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3" autoAdjust="0"/>
    <p:restoredTop sz="94660"/>
  </p:normalViewPr>
  <p:slideViewPr>
    <p:cSldViewPr snapToGrid="0">
      <p:cViewPr>
        <p:scale>
          <a:sx n="75" d="100"/>
          <a:sy n="75" d="100"/>
        </p:scale>
        <p:origin x="13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011FDD-1D05-5D28-32CC-95703610192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DDB02DD-7323-BE4F-1926-7AC2BAFD361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E40875E-34A3-E62F-D1D5-BD093434A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09/08/2026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737CEFA-A680-E2A4-C3C0-01A2C1EACC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06B807-AB1C-5AB6-7726-1D6A0F183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684741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1F8C96F-DF39-C3C0-7F3B-4E0AE67A8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16159D1-9893-5360-6FCF-D3173BABCC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90871BD-23D5-3EA9-49DC-C86430B0E8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09/08/2026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3CCE92C4-CE46-33AF-E6D5-E062F386B7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A0D29AAA-79A3-F60A-FBBA-8E06777BD9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68085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4988C9F-2F3F-29CE-0A93-8539DAEA64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A61DD2D-EE91-BDFC-C9B6-52368E1B00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64D8D34-E9D3-23EE-EB0A-B21589CE0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09/08/2026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E49B442E-E00C-E120-4E1A-4DD1CED51C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E4267127-1598-75AE-8489-F4EBB719E0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04942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6F6AC3B-5084-17F4-098A-201F4D7052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B584C5A-DD7E-B7F7-5EF0-423C30964D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20B8341D-856E-9030-064B-B05CA45C7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D3E8A32C-4970-9027-CE7B-E5B4574FE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09/08/2026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044677D-B192-30F8-48D4-9B4737ABC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D7109E7E-D634-774D-254E-3164840C9F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83735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C5F9943-D72D-2D0A-2BA7-9098AFEC9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7D15E78-0BF3-9529-7BC4-35B2464CFB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FAE79557-5630-8F6B-AAC6-BE4894893A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87F3404-8828-5CBB-9C18-E59F41A01C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4C772E5C-A37D-F241-E32A-7148698EEF1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71A9D486-2F53-BD5B-E51B-509ACE8446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09/08/2026</a:t>
            </a:fld>
            <a:endParaRPr lang="es-ES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E92E9F94-7FB9-ECC2-986D-ADD7568136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AFBAD21-15A1-F52F-ED4E-E552CB8A7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44186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09022E9-ED33-BBA2-3ACB-7A79C0598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0C8B8F7E-5944-EAAA-AD6F-4725F593EE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09/08/2026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ED120AB-182F-30CA-DF06-8D313150E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9CDA4525-4614-1EA0-1D18-BECA0B82D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678793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8AF6B33D-C6F5-A145-CF78-9B95E4989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09/08/2026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7C008C38-989C-89AA-D6CF-82BF625C6D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ACB5E33-CCEE-86F0-4070-7866CB9A0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998991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AE29B0-CB5D-2C67-3ABB-277D005EFE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542B960-3CDB-0906-37BD-72AA1CBECA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28280AA-28EA-7BCB-D941-0BF8CF9859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C16E3201-7610-4626-D8B8-849C25BB0C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09/08/2026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E5F2CA13-61D9-BC6D-B348-24C1D63E7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A358045D-4FCC-BCAA-7105-6D7C531A9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737822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F278FB9-A975-6C1D-72FA-9AE68CBDFC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1BAFCC0B-2864-7E56-A333-EBF78230CF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687FD827-9835-AB52-8A38-DBB505BEFC0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DFF3619-D1B5-6CE2-4464-3D375597C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09/08/2026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C9B9405E-AD63-E45F-26BF-2DFB6775D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5BC71789-7AA1-C382-7B67-1CF2A9346F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680680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01E3A80-497B-AD5D-6424-F9E830642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9D7522C3-32E9-D2A8-31EF-07BF22B2AB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3C9688D2-CDEE-E3E9-EEE4-5C81B111B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09/08/2026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6AE206F-130E-0796-F1F2-1DC52A0C2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4038067F-5CB0-6BF1-13F2-0DC70656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902064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D6822298-9B9C-E2CC-FBA5-3A8A6DDB4B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58C02692-0EBF-33B6-FE65-D3B4FD2C68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1352E8C-C41C-3409-F7DB-6789889381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771B28-E527-4BEF-A963-C3E580496725}" type="datetimeFigureOut">
              <a:rPr lang="es-ES" smtClean="0"/>
              <a:t>09/08/2026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A294C2B-35E4-8211-3C55-9281B17B79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34739C9-8AC5-36FD-2D81-57F7D9734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2662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890322CD-E719-1F9B-D377-CC4E3A5F0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9D88A75-CB7E-F672-AFC5-4CA1514FD6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0AA50BDC-7DEE-2FDB-4D64-B8E9374082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771B28-E527-4BEF-A963-C3E580496725}" type="datetimeFigureOut">
              <a:rPr lang="es-ES" smtClean="0"/>
              <a:t>09/08/2026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E6992BF-1735-D950-71E3-79E7ADB8E3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C34AAA9-F15C-A4CA-0998-71D6F5988D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5CE9987-3BDB-41C8-ADC7-4AD7802BB84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70019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A576C78A-CE04-2477-F29B-47B6A0A273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6680" y="1604708"/>
            <a:ext cx="5658640" cy="3648584"/>
          </a:xfrm>
          <a:prstGeom prst="rect">
            <a:avLst/>
          </a:prstGeom>
        </p:spPr>
      </p:pic>
      <p:sp>
        <p:nvSpPr>
          <p:cNvPr id="4" name="Elipse 3">
            <a:extLst>
              <a:ext uri="{FF2B5EF4-FFF2-40B4-BE49-F238E27FC236}">
                <a16:creationId xmlns:a16="http://schemas.microsoft.com/office/drawing/2014/main" id="{183F93D2-00F9-60EA-5618-338A39998C20}"/>
              </a:ext>
            </a:extLst>
          </p:cNvPr>
          <p:cNvSpPr/>
          <p:nvPr/>
        </p:nvSpPr>
        <p:spPr>
          <a:xfrm>
            <a:off x="7379208" y="1664208"/>
            <a:ext cx="1554480" cy="694944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" name="Flecha: a la derecha 4">
            <a:extLst>
              <a:ext uri="{FF2B5EF4-FFF2-40B4-BE49-F238E27FC236}">
                <a16:creationId xmlns:a16="http://schemas.microsoft.com/office/drawing/2014/main" id="{4EF17054-52F4-C9BB-530F-7FDC9E5B1EEF}"/>
              </a:ext>
            </a:extLst>
          </p:cNvPr>
          <p:cNvSpPr/>
          <p:nvPr/>
        </p:nvSpPr>
        <p:spPr>
          <a:xfrm rot="18547568">
            <a:off x="7106011" y="2291329"/>
            <a:ext cx="651444" cy="384048"/>
          </a:xfrm>
          <a:prstGeom prst="rightArrow">
            <a:avLst>
              <a:gd name="adj1" fmla="val 50000"/>
              <a:gd name="adj2" fmla="val 81179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321956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upo 13">
            <a:extLst>
              <a:ext uri="{FF2B5EF4-FFF2-40B4-BE49-F238E27FC236}">
                <a16:creationId xmlns:a16="http://schemas.microsoft.com/office/drawing/2014/main" id="{A635CDC4-9D0E-839F-56E6-0E16E6142B9F}"/>
              </a:ext>
            </a:extLst>
          </p:cNvPr>
          <p:cNvGrpSpPr/>
          <p:nvPr/>
        </p:nvGrpSpPr>
        <p:grpSpPr>
          <a:xfrm>
            <a:off x="2718916" y="1028365"/>
            <a:ext cx="6754168" cy="4801270"/>
            <a:chOff x="2718916" y="1028365"/>
            <a:chExt cx="6754168" cy="4801270"/>
          </a:xfrm>
        </p:grpSpPr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F1DF64C1-8AE4-A961-BAE3-A37C9277E5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18916" y="1028365"/>
              <a:ext cx="6754168" cy="4801270"/>
            </a:xfrm>
            <a:prstGeom prst="rect">
              <a:avLst/>
            </a:prstGeom>
          </p:spPr>
        </p:pic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681EC411-ABC8-676C-C3DB-63C787E26B24}"/>
                </a:ext>
              </a:extLst>
            </p:cNvPr>
            <p:cNvSpPr/>
            <p:nvPr/>
          </p:nvSpPr>
          <p:spPr>
            <a:xfrm>
              <a:off x="2718916" y="2025446"/>
              <a:ext cx="1351837" cy="48178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7" name="Flecha: a la derecha 6">
              <a:extLst>
                <a:ext uri="{FF2B5EF4-FFF2-40B4-BE49-F238E27FC236}">
                  <a16:creationId xmlns:a16="http://schemas.microsoft.com/office/drawing/2014/main" id="{16DDB5F2-FE87-6890-801D-A0449B5E3CF6}"/>
                </a:ext>
              </a:extLst>
            </p:cNvPr>
            <p:cNvSpPr/>
            <p:nvPr/>
          </p:nvSpPr>
          <p:spPr>
            <a:xfrm rot="12969722">
              <a:off x="5160389" y="1381137"/>
              <a:ext cx="651444" cy="384048"/>
            </a:xfrm>
            <a:prstGeom prst="rightArrow">
              <a:avLst>
                <a:gd name="adj1" fmla="val 50000"/>
                <a:gd name="adj2" fmla="val 81179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1" name="Flecha: a la derecha 10">
              <a:extLst>
                <a:ext uri="{FF2B5EF4-FFF2-40B4-BE49-F238E27FC236}">
                  <a16:creationId xmlns:a16="http://schemas.microsoft.com/office/drawing/2014/main" id="{4041E264-EC9E-C5F3-F5CB-C6D952BE9749}"/>
                </a:ext>
              </a:extLst>
            </p:cNvPr>
            <p:cNvSpPr/>
            <p:nvPr/>
          </p:nvSpPr>
          <p:spPr>
            <a:xfrm rot="12969722">
              <a:off x="4160662" y="1715519"/>
              <a:ext cx="581899" cy="304420"/>
            </a:xfrm>
            <a:prstGeom prst="rightArrow">
              <a:avLst>
                <a:gd name="adj1" fmla="val 50000"/>
                <a:gd name="adj2" fmla="val 81179"/>
              </a:avLst>
            </a:prstGeom>
            <a:solidFill>
              <a:srgbClr val="C0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3" name="Elipse 12">
              <a:extLst>
                <a:ext uri="{FF2B5EF4-FFF2-40B4-BE49-F238E27FC236}">
                  <a16:creationId xmlns:a16="http://schemas.microsoft.com/office/drawing/2014/main" id="{F7E72EEB-FE12-6792-B901-B446EAE00734}"/>
                </a:ext>
              </a:extLst>
            </p:cNvPr>
            <p:cNvSpPr/>
            <p:nvPr/>
          </p:nvSpPr>
          <p:spPr>
            <a:xfrm>
              <a:off x="3793392" y="1406013"/>
              <a:ext cx="405789" cy="37863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</p:spTree>
    <p:extLst>
      <p:ext uri="{BB962C8B-B14F-4D97-AF65-F5344CB8AC3E}">
        <p14:creationId xmlns:p14="http://schemas.microsoft.com/office/powerpoint/2010/main" val="3872072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n 2">
            <a:extLst>
              <a:ext uri="{FF2B5EF4-FFF2-40B4-BE49-F238E27FC236}">
                <a16:creationId xmlns:a16="http://schemas.microsoft.com/office/drawing/2014/main" id="{29497665-8D08-C72A-F417-B97018959F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1664" y="1523835"/>
            <a:ext cx="4968671" cy="3810330"/>
          </a:xfrm>
          <a:prstGeom prst="rect">
            <a:avLst/>
          </a:prstGeom>
        </p:spPr>
      </p:pic>
      <p:sp>
        <p:nvSpPr>
          <p:cNvPr id="5" name="Elipse 4">
            <a:extLst>
              <a:ext uri="{FF2B5EF4-FFF2-40B4-BE49-F238E27FC236}">
                <a16:creationId xmlns:a16="http://schemas.microsoft.com/office/drawing/2014/main" id="{E636D89C-E781-D7BF-0517-7007AE21E45E}"/>
              </a:ext>
            </a:extLst>
          </p:cNvPr>
          <p:cNvSpPr/>
          <p:nvPr/>
        </p:nvSpPr>
        <p:spPr>
          <a:xfrm>
            <a:off x="6349780" y="1809136"/>
            <a:ext cx="365653" cy="324464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>
            <a:extLst>
              <a:ext uri="{FF2B5EF4-FFF2-40B4-BE49-F238E27FC236}">
                <a16:creationId xmlns:a16="http://schemas.microsoft.com/office/drawing/2014/main" id="{E9AF3027-0A88-497B-A713-6BD28AF36436}"/>
              </a:ext>
            </a:extLst>
          </p:cNvPr>
          <p:cNvSpPr/>
          <p:nvPr/>
        </p:nvSpPr>
        <p:spPr>
          <a:xfrm rot="12969722">
            <a:off x="6635196" y="1981389"/>
            <a:ext cx="581899" cy="304420"/>
          </a:xfrm>
          <a:prstGeom prst="rightArrow">
            <a:avLst>
              <a:gd name="adj1" fmla="val 50000"/>
              <a:gd name="adj2" fmla="val 81179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469955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F07A1EB5-81DA-8057-A080-F6C187411537}"/>
              </a:ext>
            </a:extLst>
          </p:cNvPr>
          <p:cNvGrpSpPr/>
          <p:nvPr/>
        </p:nvGrpSpPr>
        <p:grpSpPr>
          <a:xfrm>
            <a:off x="903515" y="732973"/>
            <a:ext cx="10537372" cy="1574798"/>
            <a:chOff x="624101" y="768151"/>
            <a:chExt cx="9531171" cy="1451155"/>
          </a:xfrm>
        </p:grpSpPr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B8C56762-C29C-E91E-3E04-0817DE89991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4101" y="832578"/>
              <a:ext cx="1333436" cy="1333436"/>
            </a:xfrm>
            <a:prstGeom prst="rect">
              <a:avLst/>
            </a:prstGeom>
          </p:spPr>
        </p:pic>
        <p:pic>
          <p:nvPicPr>
            <p:cNvPr id="4" name="Imagen 3">
              <a:extLst>
                <a:ext uri="{FF2B5EF4-FFF2-40B4-BE49-F238E27FC236}">
                  <a16:creationId xmlns:a16="http://schemas.microsoft.com/office/drawing/2014/main" id="{C33F59EB-2085-2675-9D61-77D2BAC6297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15003" y="885870"/>
              <a:ext cx="1244890" cy="1244890"/>
            </a:xfrm>
            <a:prstGeom prst="rect">
              <a:avLst/>
            </a:prstGeom>
          </p:spPr>
        </p:pic>
        <p:grpSp>
          <p:nvGrpSpPr>
            <p:cNvPr id="5" name="Grupo 4">
              <a:extLst>
                <a:ext uri="{FF2B5EF4-FFF2-40B4-BE49-F238E27FC236}">
                  <a16:creationId xmlns:a16="http://schemas.microsoft.com/office/drawing/2014/main" id="{917E04DD-9EA1-A611-39E3-6B38238A6433}"/>
                </a:ext>
              </a:extLst>
            </p:cNvPr>
            <p:cNvGrpSpPr/>
            <p:nvPr/>
          </p:nvGrpSpPr>
          <p:grpSpPr>
            <a:xfrm>
              <a:off x="2112310" y="801179"/>
              <a:ext cx="1375574" cy="1414271"/>
              <a:chOff x="4242956" y="464531"/>
              <a:chExt cx="2489525" cy="2441229"/>
            </a:xfrm>
          </p:grpSpPr>
          <p:pic>
            <p:nvPicPr>
              <p:cNvPr id="9" name="Imagen 8">
                <a:extLst>
                  <a:ext uri="{FF2B5EF4-FFF2-40B4-BE49-F238E27FC236}">
                    <a16:creationId xmlns:a16="http://schemas.microsoft.com/office/drawing/2014/main" id="{A8104C49-0875-0D45-FE7F-16FFA8E5362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42956" y="464531"/>
                <a:ext cx="2441229" cy="2441229"/>
              </a:xfrm>
              <a:prstGeom prst="rect">
                <a:avLst/>
              </a:prstGeom>
            </p:spPr>
          </p:pic>
          <p:pic>
            <p:nvPicPr>
              <p:cNvPr id="10" name="Imagen 9">
                <a:extLst>
                  <a:ext uri="{FF2B5EF4-FFF2-40B4-BE49-F238E27FC236}">
                    <a16:creationId xmlns:a16="http://schemas.microsoft.com/office/drawing/2014/main" id="{DEF98165-AF6D-8578-A9D3-0B502B9CB5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96000" y="2116436"/>
                <a:ext cx="636481" cy="636481"/>
              </a:xfrm>
              <a:prstGeom prst="rect">
                <a:avLst/>
              </a:prstGeom>
            </p:spPr>
          </p:pic>
        </p:grpSp>
        <p:pic>
          <p:nvPicPr>
            <p:cNvPr id="6" name="Imagen 5">
              <a:extLst>
                <a:ext uri="{FF2B5EF4-FFF2-40B4-BE49-F238E27FC236}">
                  <a16:creationId xmlns:a16="http://schemas.microsoft.com/office/drawing/2014/main" id="{DCC24B53-E6B1-7464-8423-C47852D2CF3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403907" y="805035"/>
              <a:ext cx="1288186" cy="1288186"/>
            </a:xfrm>
            <a:prstGeom prst="rect">
              <a:avLst/>
            </a:prstGeom>
          </p:spPr>
        </p:pic>
        <p:pic>
          <p:nvPicPr>
            <p:cNvPr id="7" name="Imagen 6">
              <a:extLst>
                <a:ext uri="{FF2B5EF4-FFF2-40B4-BE49-F238E27FC236}">
                  <a16:creationId xmlns:a16="http://schemas.microsoft.com/office/drawing/2014/main" id="{0B3DDF67-8874-28CA-FD6B-816D0085BFF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102013" y="845453"/>
              <a:ext cx="1288186" cy="1288186"/>
            </a:xfrm>
            <a:prstGeom prst="rect">
              <a:avLst/>
            </a:prstGeom>
          </p:spPr>
        </p:pic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BD04D958-A329-9473-E1DC-0DC832B7DAB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704117" y="768151"/>
              <a:ext cx="1451155" cy="14511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78206498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510</TotalTime>
  <Words>0</Words>
  <Application>Microsoft Office PowerPoint</Application>
  <PresentationFormat>Panorámica</PresentationFormat>
  <Paragraphs>0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Javier Del Águila</dc:creator>
  <cp:lastModifiedBy>Javier Del Águila</cp:lastModifiedBy>
  <cp:revision>5</cp:revision>
  <dcterms:created xsi:type="dcterms:W3CDTF">2026-07-19T11:05:46Z</dcterms:created>
  <dcterms:modified xsi:type="dcterms:W3CDTF">2026-08-09T10:33:00Z</dcterms:modified>
</cp:coreProperties>
</file>