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7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011FDD-1D05-5D28-32CC-9570361019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DB02DD-7323-BE4F-1926-7AC2BAFD3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40875E-34A3-E62F-D1D5-BD093434A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71B28-E527-4BEF-A963-C3E580496725}" type="datetimeFigureOut">
              <a:rPr lang="es-ES" smtClean="0"/>
              <a:t>19/07/2026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37CEFA-A680-E2A4-C3C0-01A2C1EAC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06B807-AB1C-5AB6-7726-1D6A0F183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9987-3BDB-41C8-ADC7-4AD7802BB84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8474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8C96F-DF39-C3C0-7F3B-4E0AE67A8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6159D1-9893-5360-6FCF-D3173BABC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0871BD-23D5-3EA9-49DC-C86430B0E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71B28-E527-4BEF-A963-C3E580496725}" type="datetimeFigureOut">
              <a:rPr lang="es-ES" smtClean="0"/>
              <a:t>19/07/2026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CE92C4-CE46-33AF-E6D5-E062F386B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D29AAA-79A3-F60A-FBBA-8E06777BD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9987-3BDB-41C8-ADC7-4AD7802BB84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808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988C9F-2F3F-29CE-0A93-8539DAEA6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A61DD2D-EE91-BDFC-C9B6-52368E1B0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4D8D34-E9D3-23EE-EB0A-B21589CE0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71B28-E527-4BEF-A963-C3E580496725}" type="datetimeFigureOut">
              <a:rPr lang="es-ES" smtClean="0"/>
              <a:t>19/07/2026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9B442E-E00C-E120-4E1A-4DD1CED51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267127-1598-75AE-8489-F4EBB719E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9987-3BDB-41C8-ADC7-4AD7802BB84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4942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F6AC3B-5084-17F4-098A-201F4D705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584C5A-DD7E-B7F7-5EF0-423C30964D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B8341D-856E-9030-064B-B05CA45C7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3E8A32C-4970-9027-CE7B-E5B4574FE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71B28-E527-4BEF-A963-C3E580496725}" type="datetimeFigureOut">
              <a:rPr lang="es-ES" smtClean="0"/>
              <a:t>19/07/2026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44677D-B192-30F8-48D4-9B4737ABC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109E7E-D634-774D-254E-3164840C9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9987-3BDB-41C8-ADC7-4AD7802BB84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8373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F9943-D72D-2D0A-2BA7-9098AFEC9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D15E78-0BF3-9529-7BC4-35B2464CF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AE79557-5630-8F6B-AAC6-BE4894893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87F3404-8828-5CBB-9C18-E59F41A01C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C772E5C-A37D-F241-E32A-7148698EEF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1A9D486-2F53-BD5B-E51B-509ACE844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71B28-E527-4BEF-A963-C3E580496725}" type="datetimeFigureOut">
              <a:rPr lang="es-ES" smtClean="0"/>
              <a:t>19/07/2026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92E9F94-7FB9-ECC2-986D-ADD756813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AFBAD21-15A1-F52F-ED4E-E552CB8A7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9987-3BDB-41C8-ADC7-4AD7802BB84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4418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9022E9-ED33-BBA2-3ACB-7A79C0598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C8B8F7E-5944-EAAA-AD6F-4725F593E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71B28-E527-4BEF-A963-C3E580496725}" type="datetimeFigureOut">
              <a:rPr lang="es-ES" smtClean="0"/>
              <a:t>19/07/2026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ED120AB-182F-30CA-DF06-8D313150E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CDA4525-4614-1EA0-1D18-BECA0B82D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9987-3BDB-41C8-ADC7-4AD7802BB84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7879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AF6B33D-C6F5-A145-CF78-9B95E4989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71B28-E527-4BEF-A963-C3E580496725}" type="datetimeFigureOut">
              <a:rPr lang="es-ES" smtClean="0"/>
              <a:t>19/07/2026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008C38-989C-89AA-D6CF-82BF625C6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CB5E33-CCEE-86F0-4070-7866CB9A0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9987-3BDB-41C8-ADC7-4AD7802BB84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9899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E29B0-CB5D-2C67-3ABB-277D005EF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42B960-3CDB-0906-37BD-72AA1CBEC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28280AA-28EA-7BCB-D941-0BF8CF9859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6E3201-7610-4626-D8B8-849C25BB0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71B28-E527-4BEF-A963-C3E580496725}" type="datetimeFigureOut">
              <a:rPr lang="es-ES" smtClean="0"/>
              <a:t>19/07/2026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5F2CA13-61D9-BC6D-B348-24C1D63E7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358045D-4FCC-BCAA-7105-6D7C531A9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9987-3BDB-41C8-ADC7-4AD7802BB84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7822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278FB9-A975-6C1D-72FA-9AE68CBDF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BAFCC0B-2864-7E56-A333-EBF78230CF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87FD827-9835-AB52-8A38-DBB505BEF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FF3619-D1B5-6CE2-4464-3D375597C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71B28-E527-4BEF-A963-C3E580496725}" type="datetimeFigureOut">
              <a:rPr lang="es-ES" smtClean="0"/>
              <a:t>19/07/2026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9B9405E-AD63-E45F-26BF-2DFB6775D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C71789-7AA1-C382-7B67-1CF2A9346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9987-3BDB-41C8-ADC7-4AD7802BB84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8068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1E3A80-497B-AD5D-6424-F9E830642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D7522C3-32E9-D2A8-31EF-07BF22B2A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9688D2-CDEE-E3E9-EEE4-5C81B111B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71B28-E527-4BEF-A963-C3E580496725}" type="datetimeFigureOut">
              <a:rPr lang="es-ES" smtClean="0"/>
              <a:t>19/07/2026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AE206F-130E-0796-F1F2-1DC52A0C2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38067F-5CB0-6BF1-13F2-0DC706561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9987-3BDB-41C8-ADC7-4AD7802BB84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0206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822298-9B9C-E2CC-FBA5-3A8A6DDB4B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8C02692-0EBF-33B6-FE65-D3B4FD2C68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352E8C-C41C-3409-F7DB-678988938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71B28-E527-4BEF-A963-C3E580496725}" type="datetimeFigureOut">
              <a:rPr lang="es-ES" smtClean="0"/>
              <a:t>19/07/2026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294C2B-35E4-8211-3C55-9281B17B7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4739C9-8AC5-36FD-2D81-57F7D9734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E9987-3BDB-41C8-ADC7-4AD7802BB84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2662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90322CD-E719-1F9B-D377-CC4E3A5F0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D88A75-CB7E-F672-AFC5-4CA1514FD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A50BDC-7DEE-2FDB-4D64-B8E9374082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771B28-E527-4BEF-A963-C3E580496725}" type="datetimeFigureOut">
              <a:rPr lang="es-ES" smtClean="0"/>
              <a:t>19/07/2026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6992BF-1735-D950-71E3-79E7ADB8E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34AAA9-F15C-A4CA-0998-71D6F5988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CE9987-3BDB-41C8-ADC7-4AD7802BB84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0019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576C78A-CE04-2477-F29B-47B6A0A27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6680" y="1604708"/>
            <a:ext cx="5658640" cy="3648584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183F93D2-00F9-60EA-5618-338A39998C20}"/>
              </a:ext>
            </a:extLst>
          </p:cNvPr>
          <p:cNvSpPr/>
          <p:nvPr/>
        </p:nvSpPr>
        <p:spPr>
          <a:xfrm>
            <a:off x="7379208" y="1664208"/>
            <a:ext cx="1554480" cy="69494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4EF17054-52F4-C9BB-530F-7FDC9E5B1EEF}"/>
              </a:ext>
            </a:extLst>
          </p:cNvPr>
          <p:cNvSpPr/>
          <p:nvPr/>
        </p:nvSpPr>
        <p:spPr>
          <a:xfrm rot="18547568">
            <a:off x="7106011" y="2291329"/>
            <a:ext cx="651444" cy="384048"/>
          </a:xfrm>
          <a:prstGeom prst="rightArrow">
            <a:avLst>
              <a:gd name="adj1" fmla="val 50000"/>
              <a:gd name="adj2" fmla="val 81179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21956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Del Águila</dc:creator>
  <cp:lastModifiedBy>Javier Del Águila</cp:lastModifiedBy>
  <cp:revision>2</cp:revision>
  <dcterms:created xsi:type="dcterms:W3CDTF">2026-07-19T11:05:46Z</dcterms:created>
  <dcterms:modified xsi:type="dcterms:W3CDTF">2026-07-19T13:56:33Z</dcterms:modified>
</cp:coreProperties>
</file>